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1E3C78"/>
                </a:solidFill>
                <a:latin typeface="Calibri"/>
              </a:rPr>
              <a:t>Praca w zespole medycznym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82828"/>
                </a:solidFill>
                <a:latin typeface="Calibri"/>
              </a:rPr>
              <a:t>Konflikty, współpraca i komunikacja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5943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82828"/>
                </a:solidFill>
                <a:latin typeface="Calibri"/>
              </a:rPr>
              <a:t>Prezentacja ok. 25 minut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Cel prezentacji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Pokazać, dlaczego komunikacja i współpraca są ważne w medycynie.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Omówić konflikty w zespole medycznym.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Przeanalizować 3 artykuły naukowe.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Pokazać rolę elektroradiologa.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Przedstawić 3 krótkie przypadki z praktyki.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Zespół medyczny — kto go tworzy?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Lekarze.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Pielęgniarki i położne.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Ratownicy medyczni.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Elektroradiolodzy.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Diagności laboratoryjni.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Fizjoterapeuci.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Rejestratorki medyczne.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Cel wspólny: bezpieczeństwo pacjenta.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Dlaczego temat jest ważny?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Medycyna to praca zespołowa.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Jedna zła informacja może spowodować błąd.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Konflikt spowalnia pracę.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współpracy zwiększa stres.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Dobra komunikacja poprawia bezpieczeństwo pacjenta.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C78"/>
                </a:solidFill>
                <a:latin typeface="Calibri"/>
              </a:rPr>
              <a:t>Analiza artykułów naukowych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1 — konflikty w zespole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Almost J. i wsp.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Managing and mitigating conflict in healthcare teams: an integrative review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DOI: 10.1111/jan.12903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Temat: konflikty w zespołach medycznych.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Rodzaj pracy: integracyjny przegląd literatury.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1 — cel badania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Problem badawczy: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Skąd biorą się konflikty w zespołach medycznych?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Jak można je ograniczać?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Dlaczego ważne?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Konflikt pogarsza atmosferę pracy.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Może utrudniać opiekę nad pacjentem.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Może zwiększać ryzyko błędów.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1 — metoda i grupa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Metoda: analiza wcześniejszych badań.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 badano jednej konkretnej grupy pacjentów.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Analizowano publikacje o konfliktach w ochronie zdrowia.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Zakres: badania z lat 2002–2014.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Liczba analizowanych artykułów: 44.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1 — 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Najczęstsze przyczyny konfliktów: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słaba komunikacja,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niejasne role,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wsparcia,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stres i presja czasu,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trudne warunki pracy,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szacunku.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1 — znaczenie i ograniczenia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Znaczenie dla praktyki: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trzeba jasno dzielić obowiązki,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trzeba rozmawiać spokojnie,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trzeba reagować wcześnie na konflikt.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Ograniczenia: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to przegląd literatury, nie jedno nowe badanie,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mało danych o skutecznych interwencjach.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2 — współpraca interdyscyplinarna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Schot E., Tummers L., Noordegraaf M.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Working on working together.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DOI: 10.1080/13561820.2019.1636007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Temat: jak profesjonaliści medyczni tworzą współpracę.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Rodzaj pracy: systematyczny przegląd literatury.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2 — cel badania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Problem badawczy: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Jak pracownicy ochrony zdrowia budują współpracę między zawodami?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Dlaczego ważne?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Pacjent często wymaga wielu specjalistów.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Bez współpracy powstaje chaos.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Dobra współpraca przyspiesza diagnostykę i leczenie.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2 — metoda i grupa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Metoda: systematyczny przegląd literatury.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Analizowano badania o współpracy między zawodami medycznymi.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Bazy: Scopus, Web of Science, Medline.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Liczba badań: 64.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Wiele badań dotyczyło szpitali i zespołów klinicznych.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2 — 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Autorzy opisali 3 główne działania: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1. Bridging gaps — łączenie luk informacyjnych.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2. Negotiating overlaps — ustalanie granic ról.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3. Creating spaces — tworzenie miejsca do rozmowy.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Wniosek: współpraca nie dzieje się sama.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Współpracę trzeba codziennie budować.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2 — znaczenie i ograniczenia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Znaczenie dla praktyki: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krótkie odprawy,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jasna komunikacja,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pytanie, gdy coś jest niejasne,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szacunek do innych zawodów.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Ograniczenia: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dużo badań jakościowych,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część wyników trudno uogólnić na wszystkie szpitale.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3 — komunikacja i przekazywanie pacjenta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Arora V. i wsp.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Communication failures in patient sign-out and suggestions for improvement.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DOI: 10.1136/qshc.2005.015107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Temat: błędy komunikacji przy przekazywaniu pacjenta.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Rodzaj pracy: analiza incydentów krytycznych.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3 — cel badania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Problem badawczy: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Jak błędy w przekazywaniu informacji wpływają na bezpieczeństwo pacjenta?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Dlaczego ważne?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Pominięta informacja może spowodować złą decyzję.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Może dojść do opóźnienia leczenia.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Może dojść do niepotrzebnych badań lub błędów.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3 — metoda i grupa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Metoda: critical incident technique.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Badano konkretne trudne sytuacje.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Grupa: 26 lekarzy stażystów/rezydentów pierwszego roku.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Dotyczyło przekazywania informacji o pacjentach.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Analizowano sytuacje, w których komunikacja była niewystarczająca.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3 — wyniki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Opisano liczne incydenty wynikające ze złej komunikacji.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Najczęstsze problemy: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informacji o lekach,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informacji o aktywnych problemach,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informacji o badaniach w toku,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nieaktualne notatki,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rozmowy twarzą w twarz.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Artykuł 3 — znaczenie i ograniczenia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Znaczenie dla praktyki: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informacje trzeba przekazywać jasno,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dokumentacja musi być aktualna,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 wolno zgadywać.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Ograniczenia: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badanie dotyczyło konkretnej grupy lekarzy,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wyniki nie muszą pasować do każdego oddziału.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C78"/>
                </a:solidFill>
                <a:latin typeface="Calibri"/>
              </a:rPr>
              <a:t>Opracowanie tematu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Najczęstsze konflikty w zespole medycznym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Lekarz — pielęgniarka.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Lekarz — elektroradiolog.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Personel — pacjent.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Personel — rodzina pacjenta.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Konflikt między zmianami dyżurowymi.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Konflikt przez niejasne polecenia.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Przyczyny konfliktów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Stres.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Presja czasu.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Zmęczenie.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personelu.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Niejasny podział obowiązków.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Niepełna dokumentacja.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 szacunku.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Zła komunikacja.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Jak poprawić współpracę?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Mówić jasno i krótko.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Potwierdzać ważne informacje.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Pytać, gdy coś jest niejasne.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 obwiniać od razu.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Znać swoją rolę.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Szanować innych członków zespołu.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Stosować procedury.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Robić krótkie odprawy.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Rola elektroradiologa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Sprawdza dane pacjenta.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Sprawdza skierowanie.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Przygotowuje pacjenta do badania.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Dba o bezpieczeństwo radiologiczne.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Komunikuje się z lekarzem i pielęgniarką.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Zgłasza niejasności.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 wykonuje badania „na domysł”.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Chroni pacjenta i siebie.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E3C78"/>
                </a:solidFill>
                <a:latin typeface="Calibri"/>
              </a:rPr>
              <a:t>Mini-przypadki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Mini-przypadek 1 — nieczytelne skierowanie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Sytuacja: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Pacjent przychodzi na RTG. Skierowanie jest nieczytelne.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Problem: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Ryzyko wykonania złego badania.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Co robi elektroradiolog?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 zgaduje.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Kontaktuje się z lekarzem.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Wyjaśnia pacjentowi sytuację.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Wykonuje badanie dopiero po potwierdzeniu.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Mini-przypadek 2 — TK z kontrastem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Sytuacja: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Lekarz chce pilnie TK z kontrastem.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Brakuje aktualnej kreatyniny.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Problem: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Presja czasu kontra bezpieczeństwo pacjenta.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Co robi elektroradiolog?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Mówi spokojnie o braku danych.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Proponuje szybkie uzupełnienie informacji.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Kontaktuje lekarza radiologa lub przełożonego, jeśli trzeba.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Mini-przypadek 3 — agresywny pacjent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Sytuacja: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Pacjent krzyczy i odmawia współpracy.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Problem: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Badanie może być niebezpieczne.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Co robi elektroradiolog?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Mówi spokojnie.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Krótko tłumaczy badanie.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Prosi o pomoc pielęgniarkę lub lekarza.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 wykonuje badania na siłę.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Dba o bezpieczeństwo wszystkich.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Porównanie artykułów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Almost i wsp.: konflikt wynika ze złej komunikacji, stresu i niejasnych ról.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Schot i wsp.: współpracę trzeba aktywnie budować.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Arora i wsp.: złe przekazanie informacji może zaszkodzić pacjentowi.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Wspólny wniosek: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mówić jasno,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znać swoją rolę,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reagować szybko,</a:t>
            </a:r>
          </a:p>
          <a:p>
            <a:pPr lvl="1"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nie zgadywać.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Wnioski końcowe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Dobra komunikacja zmniejsza liczbę błędów.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Konflikty są częste, ale można je rozwiązywać.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Współpraca poprawia bezpieczeństwo pacjenta.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Elektroradiolog jest ważną częścią zespołu.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Najważniejsze: nie milczeć, nie zgadywać, pytać.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C78"/>
                </a:solidFill>
                <a:latin typeface="Calibri"/>
              </a:rPr>
              <a:t>Bibliografia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Almost J. i wsp. Managing and mitigating conflict in healthcare teams: an integrative review. DOI: 10.1111/jan.12903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Schot E., Tummers L., Noordegraaf M. Working on working together. DOI: 10.1080/13561820.2019.1636007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Arora V. i wsp. Communication failures in patient sign-out and suggestions for improvement. DOI: 10.1136/qshc.2005.015107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Linki DOI: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https://doi.org/10.1111/jan.12903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https://doi.org/10.1080/13561820.2019.1636007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82828"/>
                </a:solidFill>
                <a:latin typeface="Calibri"/>
              </a:rPr>
              <a:t>https://doi.org/10.1136/qshc.2005.015107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